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  <p:sldMasterId id="214748370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Anton"/>
      <p:regular r:id="rId18"/>
    </p:embeddedFont>
    <p:embeddedFont>
      <p:font typeface="DM Sans Medium"/>
      <p:regular r:id="rId19"/>
      <p:bold r:id="rId20"/>
      <p:italic r:id="rId21"/>
      <p:boldItalic r:id="rId22"/>
    </p:embeddedFont>
    <p:embeddedFont>
      <p:font typeface="Oswald Medium"/>
      <p:regular r:id="rId23"/>
      <p:bold r:id="rId24"/>
    </p:embeddedFont>
    <p:embeddedFont>
      <p:font typeface="Noto Emoji"/>
      <p:regular r:id="rId25"/>
      <p:bold r:id="rId26"/>
    </p:embeddedFont>
    <p:embeddedFont>
      <p:font typeface="DM Sans SemiBold"/>
      <p:regular r:id="rId27"/>
      <p:bold r:id="rId28"/>
      <p:italic r:id="rId29"/>
      <p:boldItalic r:id="rId30"/>
    </p:embeddedFont>
    <p:embeddedFont>
      <p:font typeface="Oswald"/>
      <p:regular r:id="rId31"/>
      <p:bold r:id="rId32"/>
    </p:embeddedFont>
    <p:embeddedFont>
      <p:font typeface="DM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OswaldMedium-bold.fntdata"/><Relationship Id="rId23" Type="http://schemas.openxmlformats.org/officeDocument/2006/relationships/font" Target="fonts/Oswald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otoEmoji-bold.fntdata"/><Relationship Id="rId25" Type="http://schemas.openxmlformats.org/officeDocument/2006/relationships/font" Target="fonts/NotoEmoji-regular.fntdata"/><Relationship Id="rId28" Type="http://schemas.openxmlformats.org/officeDocument/2006/relationships/font" Target="fonts/DMSansSemiBold-bold.fntdata"/><Relationship Id="rId27" Type="http://schemas.openxmlformats.org/officeDocument/2006/relationships/font" Target="fonts/DMSans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swald-regular.fntdata"/><Relationship Id="rId30" Type="http://schemas.openxmlformats.org/officeDocument/2006/relationships/font" Target="fonts/DMSans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DMSans-regular.fntdata"/><Relationship Id="rId10" Type="http://schemas.openxmlformats.org/officeDocument/2006/relationships/slide" Target="slides/slide4.xml"/><Relationship Id="rId32" Type="http://schemas.openxmlformats.org/officeDocument/2006/relationships/font" Target="fonts/Oswald-bold.fntdata"/><Relationship Id="rId13" Type="http://schemas.openxmlformats.org/officeDocument/2006/relationships/slide" Target="slides/slide7.xml"/><Relationship Id="rId35" Type="http://schemas.openxmlformats.org/officeDocument/2006/relationships/font" Target="fonts/DMSans-italic.fntdata"/><Relationship Id="rId12" Type="http://schemas.openxmlformats.org/officeDocument/2006/relationships/slide" Target="slides/slide6.xml"/><Relationship Id="rId34" Type="http://schemas.openxmlformats.org/officeDocument/2006/relationships/font" Target="fonts/DM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DM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Medium-regular.fntdata"/><Relationship Id="rId18" Type="http://schemas.openxmlformats.org/officeDocument/2006/relationships/font" Target="fonts/Anto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2adff5d8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2adff5d8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2adff5d8ab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2adff5d8ab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2adff5d8ab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2adff5d8ab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2adff5d8ab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2adff5d8ab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2adff5d8ab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2adff5d8ab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adff5d8ab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2adff5d8ab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2adff5d8ab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2adff5d8ab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adff5d8ab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2adff5d8ab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2b79a7d5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2b79a7d5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2adff5d8ab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2adff5d8ab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d882ca19e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d882ca19e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845375" y="4716000"/>
            <a:ext cx="54534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5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5704625" y="2780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5"/>
          <p:cNvSpPr/>
          <p:nvPr>
            <p:ph idx="3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>
            <p:ph idx="2" type="pic"/>
          </p:nvPr>
        </p:nvSpPr>
        <p:spPr>
          <a:xfrm>
            <a:off x="2642425" y="1096825"/>
            <a:ext cx="3859200" cy="2408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68" name="Google Shape;68;p1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125700" y="2780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3" type="title"/>
          </p:nvPr>
        </p:nvSpPr>
        <p:spPr>
          <a:xfrm>
            <a:off x="125700" y="3507625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6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>
  <p:cSld name="CUSTOM_15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7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 type="twoColTx">
  <p:cSld name="TITLE_AND_TWO_COLUMNS"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922700" y="1089300"/>
            <a:ext cx="7306800" cy="24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1845375" y="3298800"/>
            <a:ext cx="14682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2" type="body"/>
          </p:nvPr>
        </p:nvSpPr>
        <p:spPr>
          <a:xfrm>
            <a:off x="3439350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3" type="body"/>
          </p:nvPr>
        </p:nvSpPr>
        <p:spPr>
          <a:xfrm>
            <a:off x="5830425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cxnSp>
        <p:nvCxnSpPr>
          <p:cNvPr id="82" name="Google Shape;82;p1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8"/>
          <p:cNvSpPr txBox="1"/>
          <p:nvPr>
            <p:ph idx="4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ONE_COLUMN_TEXT"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>
            <p:ph idx="2" type="pic"/>
          </p:nvPr>
        </p:nvSpPr>
        <p:spPr>
          <a:xfrm>
            <a:off x="3182100" y="0"/>
            <a:ext cx="5961900" cy="47112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>
            <a:off x="251400" y="927750"/>
            <a:ext cx="2265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94" name="Google Shape;94;p1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"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25700" y="125600"/>
            <a:ext cx="8892600" cy="45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1">
    <p:bg>
      <p:bgPr>
        <a:solidFill>
          <a:schemeClr val="dk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/>
          <p:nvPr>
            <p:ph idx="2" type="pic"/>
          </p:nvPr>
        </p:nvSpPr>
        <p:spPr>
          <a:xfrm>
            <a:off x="125700" y="2041425"/>
            <a:ext cx="55815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1"/>
          <p:cNvSpPr/>
          <p:nvPr>
            <p:ph idx="3" type="pic"/>
          </p:nvPr>
        </p:nvSpPr>
        <p:spPr>
          <a:xfrm>
            <a:off x="5827725" y="2041425"/>
            <a:ext cx="31932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1"/>
          <p:cNvSpPr/>
          <p:nvPr>
            <p:ph idx="4" type="pic"/>
          </p:nvPr>
        </p:nvSpPr>
        <p:spPr>
          <a:xfrm>
            <a:off x="120525" y="125600"/>
            <a:ext cx="31932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1"/>
          <p:cNvSpPr/>
          <p:nvPr>
            <p:ph idx="5" type="pic"/>
          </p:nvPr>
        </p:nvSpPr>
        <p:spPr>
          <a:xfrm>
            <a:off x="3436750" y="125600"/>
            <a:ext cx="5581500" cy="1789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07" name="Google Shape;107;p2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chart">
  <p:cSld name="CUSTOM_2">
    <p:bg>
      <p:bgPr>
        <a:solidFill>
          <a:schemeClr val="dk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125700" y="522600"/>
            <a:ext cx="3840300" cy="17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on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125700" y="2455838"/>
            <a:ext cx="30822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125700" y="3501075"/>
            <a:ext cx="30624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cxnSp>
        <p:nvCxnSpPr>
          <p:cNvPr id="115" name="Google Shape;115;p2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22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3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439375" y="141600"/>
            <a:ext cx="5453400" cy="45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125825" y="659000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2" type="body"/>
          </p:nvPr>
        </p:nvSpPr>
        <p:spPr>
          <a:xfrm>
            <a:off x="125825" y="1377775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124" name="Google Shape;124;p2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3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7" name="Google Shape;127;p23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Goals">
  <p:cSld name="CUSTOM_4"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>
            <p:ph idx="2" type="pic"/>
          </p:nvPr>
        </p:nvSpPr>
        <p:spPr>
          <a:xfrm>
            <a:off x="125700" y="921925"/>
            <a:ext cx="8892300" cy="2633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2642375" y="3632600"/>
            <a:ext cx="3859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3" type="body"/>
          </p:nvPr>
        </p:nvSpPr>
        <p:spPr>
          <a:xfrm>
            <a:off x="6627325" y="3632600"/>
            <a:ext cx="23910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4" type="subTitle"/>
          </p:nvPr>
        </p:nvSpPr>
        <p:spPr>
          <a:xfrm>
            <a:off x="125700" y="366695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type="title"/>
          </p:nvPr>
        </p:nvSpPr>
        <p:spPr>
          <a:xfrm>
            <a:off x="125700" y="1256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5" name="Google Shape;135;p2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4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6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1" name="Google Shape;141;p25"/>
          <p:cNvSpPr/>
          <p:nvPr>
            <p:ph idx="2" type="pic"/>
          </p:nvPr>
        </p:nvSpPr>
        <p:spPr>
          <a:xfrm>
            <a:off x="125700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5"/>
          <p:cNvSpPr/>
          <p:nvPr>
            <p:ph idx="3" type="pic"/>
          </p:nvPr>
        </p:nvSpPr>
        <p:spPr>
          <a:xfrm>
            <a:off x="2393673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25"/>
          <p:cNvSpPr/>
          <p:nvPr>
            <p:ph idx="4" type="pic"/>
          </p:nvPr>
        </p:nvSpPr>
        <p:spPr>
          <a:xfrm>
            <a:off x="4661539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25"/>
          <p:cNvSpPr/>
          <p:nvPr>
            <p:ph idx="5" type="pic"/>
          </p:nvPr>
        </p:nvSpPr>
        <p:spPr>
          <a:xfrm>
            <a:off x="6929405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45" name="Google Shape;145;p2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type="title"/>
          </p:nvPr>
        </p:nvSpPr>
        <p:spPr>
          <a:xfrm>
            <a:off x="125700" y="1362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8" type="subTitle"/>
          </p:nvPr>
        </p:nvSpPr>
        <p:spPr>
          <a:xfrm>
            <a:off x="125700" y="4077300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9" type="title"/>
          </p:nvPr>
        </p:nvSpPr>
        <p:spPr>
          <a:xfrm>
            <a:off x="23936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13" type="subTitle"/>
          </p:nvPr>
        </p:nvSpPr>
        <p:spPr>
          <a:xfrm>
            <a:off x="23936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4" type="title"/>
          </p:nvPr>
        </p:nvSpPr>
        <p:spPr>
          <a:xfrm>
            <a:off x="46615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5" type="subTitle"/>
          </p:nvPr>
        </p:nvSpPr>
        <p:spPr>
          <a:xfrm>
            <a:off x="46615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6" type="title"/>
          </p:nvPr>
        </p:nvSpPr>
        <p:spPr>
          <a:xfrm>
            <a:off x="69294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7" type="subTitle"/>
          </p:nvPr>
        </p:nvSpPr>
        <p:spPr>
          <a:xfrm>
            <a:off x="69294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7">
    <p:bg>
      <p:bgPr>
        <a:solidFill>
          <a:schemeClr val="l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1" name="Google Shape;161;p2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6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6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8" name="Google Shape;168;p2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7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0" name="Google Shape;170;p27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">
  <p:cSld name="CUSTOM_8">
    <p:bg>
      <p:bgPr>
        <a:solidFill>
          <a:schemeClr val="dk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28"/>
          <p:cNvCxnSpPr/>
          <p:nvPr/>
        </p:nvCxnSpPr>
        <p:spPr>
          <a:xfrm>
            <a:off x="125725" y="1460150"/>
            <a:ext cx="889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8"/>
          <p:cNvSpPr txBox="1"/>
          <p:nvPr>
            <p:ph type="title"/>
          </p:nvPr>
        </p:nvSpPr>
        <p:spPr>
          <a:xfrm>
            <a:off x="133150" y="125600"/>
            <a:ext cx="41052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3" type="title"/>
          </p:nvPr>
        </p:nvSpPr>
        <p:spPr>
          <a:xfrm>
            <a:off x="2516675" y="1544925"/>
            <a:ext cx="1715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4" type="title"/>
          </p:nvPr>
        </p:nvSpPr>
        <p:spPr>
          <a:xfrm>
            <a:off x="49077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78" name="Google Shape;178;p28"/>
          <p:cNvSpPr txBox="1"/>
          <p:nvPr>
            <p:ph idx="5" type="title"/>
          </p:nvPr>
        </p:nvSpPr>
        <p:spPr>
          <a:xfrm>
            <a:off x="730088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" type="subTitle"/>
          </p:nvPr>
        </p:nvSpPr>
        <p:spPr>
          <a:xfrm>
            <a:off x="121500" y="3443500"/>
            <a:ext cx="14682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6" type="subTitle"/>
          </p:nvPr>
        </p:nvSpPr>
        <p:spPr>
          <a:xfrm>
            <a:off x="2513725" y="3443500"/>
            <a:ext cx="15867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7" type="subTitle"/>
          </p:nvPr>
        </p:nvSpPr>
        <p:spPr>
          <a:xfrm>
            <a:off x="4912111" y="3443500"/>
            <a:ext cx="15798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8" type="subTitle"/>
          </p:nvPr>
        </p:nvSpPr>
        <p:spPr>
          <a:xfrm>
            <a:off x="7300884" y="3443500"/>
            <a:ext cx="15819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7300884" y="3813050"/>
            <a:ext cx="1715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122450" y="3813050"/>
            <a:ext cx="1592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2514752" y="3813050"/>
            <a:ext cx="17208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4912596" y="3813050"/>
            <a:ext cx="17130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187" name="Google Shape;187;p2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8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eps">
  <p:cSld name="CUSTOM_10">
    <p:bg>
      <p:bgPr>
        <a:solidFill>
          <a:schemeClr val="dk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29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5" type="body"/>
          </p:nvPr>
        </p:nvSpPr>
        <p:spPr>
          <a:xfrm>
            <a:off x="6627300" y="34068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98" name="Google Shape;198;p29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99" name="Google Shape;199;p2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9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1" name="Google Shape;201;p29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02" name="Google Shape;202;p29"/>
          <p:cNvCxnSpPr/>
          <p:nvPr/>
        </p:nvCxnSpPr>
        <p:spPr>
          <a:xfrm>
            <a:off x="1888263" y="1208900"/>
            <a:ext cx="2414400" cy="893700"/>
          </a:xfrm>
          <a:prstGeom prst="curvedConnector3">
            <a:avLst>
              <a:gd fmla="val 64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" name="Google Shape;203;p29"/>
          <p:cNvSpPr/>
          <p:nvPr>
            <p:ph idx="9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1578300" y="2304300"/>
            <a:ext cx="73143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9pPr>
          </a:lstStyle>
          <a:p/>
        </p:txBody>
      </p:sp>
      <p:sp>
        <p:nvSpPr>
          <p:cNvPr id="207" name="Google Shape;207;p30"/>
          <p:cNvSpPr txBox="1"/>
          <p:nvPr>
            <p:ph idx="1" type="subTitle"/>
          </p:nvPr>
        </p:nvSpPr>
        <p:spPr>
          <a:xfrm>
            <a:off x="125750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idx="2" type="subTitle"/>
          </p:nvPr>
        </p:nvSpPr>
        <p:spPr>
          <a:xfrm>
            <a:off x="184542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09" name="Google Shape;209;p30"/>
          <p:cNvSpPr txBox="1"/>
          <p:nvPr>
            <p:ph idx="3" type="body"/>
          </p:nvPr>
        </p:nvSpPr>
        <p:spPr>
          <a:xfrm>
            <a:off x="125700" y="730550"/>
            <a:ext cx="15939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210" name="Google Shape;210;p30"/>
          <p:cNvSpPr txBox="1"/>
          <p:nvPr>
            <p:ph idx="4" type="body"/>
          </p:nvPr>
        </p:nvSpPr>
        <p:spPr>
          <a:xfrm>
            <a:off x="1845375" y="730550"/>
            <a:ext cx="1468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/>
          <p:nvPr>
            <p:ph idx="2" type="pic"/>
          </p:nvPr>
        </p:nvSpPr>
        <p:spPr>
          <a:xfrm>
            <a:off x="251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31"/>
          <p:cNvSpPr/>
          <p:nvPr>
            <p:ph idx="3" type="pic"/>
          </p:nvPr>
        </p:nvSpPr>
        <p:spPr>
          <a:xfrm>
            <a:off x="2455067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31"/>
          <p:cNvSpPr/>
          <p:nvPr>
            <p:ph idx="4" type="pic"/>
          </p:nvPr>
        </p:nvSpPr>
        <p:spPr>
          <a:xfrm>
            <a:off x="4658734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31"/>
          <p:cNvSpPr/>
          <p:nvPr>
            <p:ph idx="5" type="pic"/>
          </p:nvPr>
        </p:nvSpPr>
        <p:spPr>
          <a:xfrm>
            <a:off x="6862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1"/>
          <p:cNvSpPr txBox="1"/>
          <p:nvPr>
            <p:ph type="title"/>
          </p:nvPr>
        </p:nvSpPr>
        <p:spPr>
          <a:xfrm>
            <a:off x="139825" y="140075"/>
            <a:ext cx="39708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1"/>
          <p:cNvSpPr txBox="1"/>
          <p:nvPr>
            <p:ph idx="1" type="subTitle"/>
          </p:nvPr>
        </p:nvSpPr>
        <p:spPr>
          <a:xfrm>
            <a:off x="251400" y="3420138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1"/>
          <p:cNvSpPr txBox="1"/>
          <p:nvPr>
            <p:ph idx="6" type="subTitle"/>
          </p:nvPr>
        </p:nvSpPr>
        <p:spPr>
          <a:xfrm>
            <a:off x="2455145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1"/>
          <p:cNvSpPr txBox="1"/>
          <p:nvPr>
            <p:ph idx="7" type="subTitle"/>
          </p:nvPr>
        </p:nvSpPr>
        <p:spPr>
          <a:xfrm>
            <a:off x="4658867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31"/>
          <p:cNvSpPr txBox="1"/>
          <p:nvPr>
            <p:ph idx="8" type="subTitle"/>
          </p:nvPr>
        </p:nvSpPr>
        <p:spPr>
          <a:xfrm>
            <a:off x="6862588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21" name="Google Shape;221;p3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31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4" name="Google Shape;224;p31"/>
          <p:cNvSpPr txBox="1"/>
          <p:nvPr>
            <p:ph idx="14" type="body"/>
          </p:nvPr>
        </p:nvSpPr>
        <p:spPr>
          <a:xfrm>
            <a:off x="252125" y="3753975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31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31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31"/>
          <p:cNvSpPr txBox="1"/>
          <p:nvPr>
            <p:ph idx="17" type="body"/>
          </p:nvPr>
        </p:nvSpPr>
        <p:spPr>
          <a:xfrm>
            <a:off x="24550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18" type="body"/>
          </p:nvPr>
        </p:nvSpPr>
        <p:spPr>
          <a:xfrm>
            <a:off x="465872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1"/>
          <p:cNvSpPr txBox="1"/>
          <p:nvPr>
            <p:ph idx="19" type="body"/>
          </p:nvPr>
        </p:nvSpPr>
        <p:spPr>
          <a:xfrm>
            <a:off x="68623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">
  <p:cSld name="CUSTOM_12">
    <p:bg>
      <p:bgPr>
        <a:solidFill>
          <a:schemeClr val="dk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3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32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cxnSp>
        <p:nvCxnSpPr>
          <p:cNvPr id="236" name="Google Shape;236;p32"/>
          <p:cNvCxnSpPr/>
          <p:nvPr/>
        </p:nvCxnSpPr>
        <p:spPr>
          <a:xfrm>
            <a:off x="-5675" y="1923692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2"/>
          <p:cNvCxnSpPr/>
          <p:nvPr/>
        </p:nvCxnSpPr>
        <p:spPr>
          <a:xfrm>
            <a:off x="-5675" y="3319846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2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239" name="Google Shape;239;p32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240" name="Google Shape;240;p32"/>
          <p:cNvSpPr txBox="1"/>
          <p:nvPr>
            <p:ph idx="5" type="subTitle"/>
          </p:nvPr>
        </p:nvSpPr>
        <p:spPr>
          <a:xfrm>
            <a:off x="3687875" y="5275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3687875" y="19237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32"/>
          <p:cNvSpPr txBox="1"/>
          <p:nvPr>
            <p:ph idx="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Achievements">
  <p:cSld name="CUSTOM_18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129375" y="5252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7" name="Google Shape;247;p33"/>
          <p:cNvCxnSpPr/>
          <p:nvPr/>
        </p:nvCxnSpPr>
        <p:spPr>
          <a:xfrm>
            <a:off x="-5675" y="15729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 txBox="1"/>
          <p:nvPr>
            <p:ph idx="2" type="title"/>
          </p:nvPr>
        </p:nvSpPr>
        <p:spPr>
          <a:xfrm>
            <a:off x="129375" y="15751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33"/>
          <p:cNvSpPr txBox="1"/>
          <p:nvPr>
            <p:ph idx="3" type="title"/>
          </p:nvPr>
        </p:nvSpPr>
        <p:spPr>
          <a:xfrm>
            <a:off x="129375" y="26227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50" name="Google Shape;250;p33"/>
          <p:cNvCxnSpPr/>
          <p:nvPr/>
        </p:nvCxnSpPr>
        <p:spPr>
          <a:xfrm>
            <a:off x="-5675" y="36683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33"/>
          <p:cNvSpPr txBox="1"/>
          <p:nvPr>
            <p:ph idx="1" type="subTitle"/>
          </p:nvPr>
        </p:nvSpPr>
        <p:spPr>
          <a:xfrm>
            <a:off x="3686104" y="5275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idx="4" type="subTitle"/>
          </p:nvPr>
        </p:nvSpPr>
        <p:spPr>
          <a:xfrm>
            <a:off x="3686104" y="15728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3" name="Google Shape;253;p33"/>
          <p:cNvSpPr txBox="1"/>
          <p:nvPr>
            <p:ph idx="5" type="subTitle"/>
          </p:nvPr>
        </p:nvSpPr>
        <p:spPr>
          <a:xfrm>
            <a:off x="3686104" y="26227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6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55" name="Google Shape;255;p3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33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58" name="Google Shape;258;p33"/>
          <p:cNvCxnSpPr/>
          <p:nvPr/>
        </p:nvCxnSpPr>
        <p:spPr>
          <a:xfrm>
            <a:off x="-11400" y="5252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3"/>
          <p:cNvCxnSpPr/>
          <p:nvPr/>
        </p:nvCxnSpPr>
        <p:spPr>
          <a:xfrm>
            <a:off x="-5700" y="26206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33"/>
          <p:cNvSpPr txBox="1"/>
          <p:nvPr>
            <p:ph idx="9" type="title"/>
          </p:nvPr>
        </p:nvSpPr>
        <p:spPr>
          <a:xfrm>
            <a:off x="125700" y="36727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3"/>
          <p:cNvSpPr txBox="1"/>
          <p:nvPr>
            <p:ph idx="13" type="subTitle"/>
          </p:nvPr>
        </p:nvSpPr>
        <p:spPr>
          <a:xfrm>
            <a:off x="3684200" y="36727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idx="14" type="subTitle"/>
          </p:nvPr>
        </p:nvSpPr>
        <p:spPr>
          <a:xfrm>
            <a:off x="6628933" y="5242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15" type="subTitle"/>
          </p:nvPr>
        </p:nvSpPr>
        <p:spPr>
          <a:xfrm>
            <a:off x="6628933" y="15694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16" type="subTitle"/>
          </p:nvPr>
        </p:nvSpPr>
        <p:spPr>
          <a:xfrm>
            <a:off x="6628933" y="26194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3"/>
          <p:cNvSpPr txBox="1"/>
          <p:nvPr>
            <p:ph idx="17" type="subTitle"/>
          </p:nvPr>
        </p:nvSpPr>
        <p:spPr>
          <a:xfrm>
            <a:off x="6627326" y="36693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6" name="Google Shape;26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ients">
  <p:cSld name="CUSTOM_13">
    <p:bg>
      <p:bgPr>
        <a:solidFill>
          <a:schemeClr val="dk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3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4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0" name="Google Shape;270;p34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1" name="Google Shape;271;p34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2" name="Google Shape;272;p34"/>
          <p:cNvSpPr txBox="1"/>
          <p:nvPr>
            <p:ph type="title"/>
          </p:nvPr>
        </p:nvSpPr>
        <p:spPr>
          <a:xfrm>
            <a:off x="129375" y="851075"/>
            <a:ext cx="39813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273" name="Google Shape;273;p34"/>
          <p:cNvSpPr txBox="1"/>
          <p:nvPr>
            <p:ph idx="4" type="subTitle"/>
          </p:nvPr>
        </p:nvSpPr>
        <p:spPr>
          <a:xfrm>
            <a:off x="5704625" y="125600"/>
            <a:ext cx="33138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u="sng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4" name="Google Shape;274;p34"/>
          <p:cNvSpPr txBox="1"/>
          <p:nvPr>
            <p:ph idx="5" type="subTitle"/>
          </p:nvPr>
        </p:nvSpPr>
        <p:spPr>
          <a:xfrm>
            <a:off x="5704625" y="727050"/>
            <a:ext cx="3313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275" name="Google Shape;275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4">
    <p:bg>
      <p:bgPr>
        <a:solidFill>
          <a:schemeClr val="dk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7" name="Google Shape;277;p3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5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9" name="Google Shape;279;p35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0" name="Google Shape;280;p35"/>
          <p:cNvSpPr txBox="1"/>
          <p:nvPr>
            <p:ph type="title"/>
          </p:nvPr>
        </p:nvSpPr>
        <p:spPr>
          <a:xfrm>
            <a:off x="133150" y="50660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2" name="Google Shape;28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5"/>
          <p:cNvSpPr txBox="1"/>
          <p:nvPr>
            <p:ph idx="4" type="body"/>
          </p:nvPr>
        </p:nvSpPr>
        <p:spPr>
          <a:xfrm>
            <a:off x="5823300" y="36118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84" name="Google Shape;284;p35"/>
          <p:cNvSpPr txBox="1"/>
          <p:nvPr>
            <p:ph idx="5" type="body"/>
          </p:nvPr>
        </p:nvSpPr>
        <p:spPr>
          <a:xfrm>
            <a:off x="5823300" y="29594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atement">
  <p:cSld name="CUSTOM_17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/>
          <p:nvPr>
            <p:ph type="title"/>
          </p:nvPr>
        </p:nvSpPr>
        <p:spPr>
          <a:xfrm>
            <a:off x="125700" y="655300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287" name="Google Shape;287;p36"/>
          <p:cNvSpPr txBox="1"/>
          <p:nvPr>
            <p:ph idx="1" type="body"/>
          </p:nvPr>
        </p:nvSpPr>
        <p:spPr>
          <a:xfrm>
            <a:off x="6508650" y="3276875"/>
            <a:ext cx="25026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288" name="Google Shape;288;p3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36"/>
          <p:cNvSpPr txBox="1"/>
          <p:nvPr>
            <p:ph idx="2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0" name="Google Shape;290;p36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1" name="Google Shape;291;p36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5" name="Google Shape;295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6" name="Google Shape;29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3" name="Google Shape;30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7" name="Google Shape;307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8" name="Google Shape;30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5" name="Google Shape;31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8" name="Google Shape;31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1" name="Google Shape;32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2" name="Google Shape;32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3" name="Google Shape;32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327" name="Google Shape;32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0" name="Google Shape;330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31" name="Google Shape;33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0" name="Google Shape;340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1" name="Google Shape;341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2" name="Google Shape;342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46" name="Google Shape;346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1" name="Google Shape;351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58" name="Google Shape;358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59" name="Google Shape;359;p51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60" name="Google Shape;36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1" name="Google Shape;361;p51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51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51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5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68" name="Google Shape;368;p5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70" name="Google Shape;370;p5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1" name="Google Shape;371;p5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2" name="Google Shape;372;p5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5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5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1" name="Google Shape;381;p5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5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4" name="Google Shape;38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5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3" name="Google Shape;393;p5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5" name="Google Shape;39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5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8" name="Google Shape;398;p5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9" name="Google Shape;399;p5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5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5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5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5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5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5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5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5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5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22700" y="404350"/>
            <a:ext cx="73068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922700" y="3046200"/>
            <a:ext cx="79701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E46962"/>
          </p15:clr>
        </p15:guide>
        <p15:guide id="2" pos="581">
          <p15:clr>
            <a:srgbClr val="E46962"/>
          </p15:clr>
        </p15:guide>
        <p15:guide id="3" pos="660">
          <p15:clr>
            <a:srgbClr val="E46962"/>
          </p15:clr>
        </p15:guide>
        <p15:guide id="4" pos="1083">
          <p15:clr>
            <a:srgbClr val="E46962"/>
          </p15:clr>
        </p15:guide>
        <p15:guide id="5" pos="1162">
          <p15:clr>
            <a:srgbClr val="E46962"/>
          </p15:clr>
        </p15:guide>
        <p15:guide id="6" pos="1585">
          <p15:clr>
            <a:srgbClr val="E46962"/>
          </p15:clr>
        </p15:guide>
        <p15:guide id="7" pos="1664">
          <p15:clr>
            <a:srgbClr val="E46962"/>
          </p15:clr>
        </p15:guide>
        <p15:guide id="8" pos="2087">
          <p15:clr>
            <a:srgbClr val="E46962"/>
          </p15:clr>
        </p15:guide>
        <p15:guide id="9" pos="2167">
          <p15:clr>
            <a:srgbClr val="E46962"/>
          </p15:clr>
        </p15:guide>
        <p15:guide id="10" pos="2589">
          <p15:clr>
            <a:srgbClr val="E46962"/>
          </p15:clr>
        </p15:guide>
        <p15:guide id="11" pos="2669">
          <p15:clr>
            <a:srgbClr val="E46962"/>
          </p15:clr>
        </p15:guide>
        <p15:guide id="12" pos="3091">
          <p15:clr>
            <a:srgbClr val="E46962"/>
          </p15:clr>
        </p15:guide>
        <p15:guide id="13" pos="3171">
          <p15:clr>
            <a:srgbClr val="E46962"/>
          </p15:clr>
        </p15:guide>
        <p15:guide id="14" pos="79">
          <p15:clr>
            <a:srgbClr val="E46962"/>
          </p15:clr>
        </p15:guide>
        <p15:guide id="15" pos="5681">
          <p15:clr>
            <a:srgbClr val="E46962"/>
          </p15:clr>
        </p15:guide>
        <p15:guide id="16" pos="5602">
          <p15:clr>
            <a:srgbClr val="E46962"/>
          </p15:clr>
        </p15:guide>
        <p15:guide id="17" pos="3593">
          <p15:clr>
            <a:srgbClr val="E46962"/>
          </p15:clr>
        </p15:guide>
        <p15:guide id="18" pos="3673">
          <p15:clr>
            <a:srgbClr val="E46962"/>
          </p15:clr>
        </p15:guide>
        <p15:guide id="19" pos="4096">
          <p15:clr>
            <a:srgbClr val="E46962"/>
          </p15:clr>
        </p15:guide>
        <p15:guide id="20" pos="4175">
          <p15:clr>
            <a:srgbClr val="E46962"/>
          </p15:clr>
        </p15:guide>
        <p15:guide id="21" pos="4598">
          <p15:clr>
            <a:srgbClr val="E46962"/>
          </p15:clr>
        </p15:guide>
        <p15:guide id="22" pos="4677">
          <p15:clr>
            <a:srgbClr val="E46962"/>
          </p15:clr>
        </p15:guide>
        <p15:guide id="23" pos="5100">
          <p15:clr>
            <a:srgbClr val="E46962"/>
          </p15:clr>
        </p15:guide>
        <p15:guide id="24" pos="5184">
          <p15:clr>
            <a:srgbClr val="E46962"/>
          </p15:clr>
        </p15:guide>
        <p15:guide id="25" orient="horz" pos="79">
          <p15:clr>
            <a:srgbClr val="E46962"/>
          </p15:clr>
        </p15:guide>
        <p15:guide id="26" orient="horz" pos="3161">
          <p15:clr>
            <a:srgbClr val="E46962"/>
          </p15:clr>
        </p15:guide>
        <p15:guide id="27" orient="horz" pos="29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hyperlink" Target="https://www.linkedin.com/in/arossaluciano/" TargetMode="External"/><Relationship Id="rId9" Type="http://schemas.openxmlformats.org/officeDocument/2006/relationships/image" Target="../media/image3.png"/><Relationship Id="rId5" Type="http://schemas.openxmlformats.org/officeDocument/2006/relationships/hyperlink" Target="https://github.com/luchoarossa" TargetMode="External"/><Relationship Id="rId6" Type="http://schemas.openxmlformats.org/officeDocument/2006/relationships/hyperlink" Target="mailto:lucianoarossa@outlook.com" TargetMode="External"/><Relationship Id="rId7" Type="http://schemas.openxmlformats.org/officeDocument/2006/relationships/image" Target="../media/image17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6.png"/><Relationship Id="rId11" Type="http://schemas.openxmlformats.org/officeDocument/2006/relationships/image" Target="../media/image14.png"/><Relationship Id="rId10" Type="http://schemas.openxmlformats.org/officeDocument/2006/relationships/image" Target="../media/image18.png"/><Relationship Id="rId13" Type="http://schemas.openxmlformats.org/officeDocument/2006/relationships/image" Target="../media/image23.png"/><Relationship Id="rId12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8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Proyecto Final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Ciberseguridad</a:t>
            </a:r>
            <a:endParaRPr/>
          </a:p>
        </p:txBody>
      </p:sp>
      <p:sp>
        <p:nvSpPr>
          <p:cNvPr id="421" name="Google Shape;421;p58"/>
          <p:cNvSpPr txBox="1"/>
          <p:nvPr>
            <p:ph idx="1" type="subTitle"/>
          </p:nvPr>
        </p:nvSpPr>
        <p:spPr>
          <a:xfrm>
            <a:off x="1845375" y="4716000"/>
            <a:ext cx="5453400" cy="30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422" name="Google Shape;422;p58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2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 ENE 2025</a:t>
            </a:r>
            <a:endParaRPr/>
          </a:p>
        </p:txBody>
      </p:sp>
      <p:sp>
        <p:nvSpPr>
          <p:cNvPr id="423" name="Google Shape;423;p58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2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Luciano Arossa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9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429" name="Google Shape;429;p59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30" name="Google Shape;430;p59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Sobre mí</a:t>
            </a:r>
            <a:endParaRPr/>
          </a:p>
        </p:txBody>
      </p:sp>
      <p:sp>
        <p:nvSpPr>
          <p:cNvPr id="431" name="Google Shape;431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59"/>
          <p:cNvSpPr txBox="1"/>
          <p:nvPr/>
        </p:nvSpPr>
        <p:spPr>
          <a:xfrm>
            <a:off x="4302850" y="1079725"/>
            <a:ext cx="4213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LUCIANO AROSSA</a:t>
            </a:r>
            <a:endParaRPr sz="26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433" name="Google Shape;43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050" y="1042825"/>
            <a:ext cx="2684650" cy="2684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4" name="Google Shape;434;p59"/>
          <p:cNvSpPr txBox="1"/>
          <p:nvPr/>
        </p:nvSpPr>
        <p:spPr>
          <a:xfrm>
            <a:off x="3985200" y="1771775"/>
            <a:ext cx="33915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Perfil de LinkedIn</a:t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5"/>
              </a:rPr>
              <a:t>Perfil de Github</a:t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6"/>
              </a:rPr>
              <a:t>lucianoarossa@outlook.com</a:t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35" name="Google Shape;435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88875" y="1801225"/>
            <a:ext cx="196325" cy="1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8875" y="2120188"/>
            <a:ext cx="196325" cy="1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88875" y="2439150"/>
            <a:ext cx="196325" cy="19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0"/>
          <p:cNvSpPr txBox="1"/>
          <p:nvPr>
            <p:ph idx="1" type="body"/>
          </p:nvPr>
        </p:nvSpPr>
        <p:spPr>
          <a:xfrm>
            <a:off x="331950" y="659000"/>
            <a:ext cx="2516700" cy="35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En este caso, la topología elegida es de tipo árbol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Este tipo de topología fue seleccionada teniendo en cuenta la amplitud limitada de la red.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Facilita la supervisión y control de la red permitiendo insertar diferentes niveles de cortafuegos.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Pensando en el servidor debian proporcionado, se tuvo en cuenta la necesidad de un servidor SMTP y DNS.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Se propuso la </a:t>
            </a:r>
            <a:r>
              <a:rPr lang="en" sz="1000"/>
              <a:t>creación</a:t>
            </a:r>
            <a:r>
              <a:rPr lang="en" sz="1000"/>
              <a:t> de una DMZ con previo filtrado mediante firewall. Además se ubicaron tanto la intranet como los servidores de Resguardo y demás detrás de un tercer cortafuegos e IDS</a:t>
            </a:r>
            <a:endParaRPr sz="1000"/>
          </a:p>
        </p:txBody>
      </p:sp>
      <p:sp>
        <p:nvSpPr>
          <p:cNvPr id="443" name="Google Shape;443;p60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444" name="Google Shape;444;p6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45" name="Google Shape;445;p60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Topología de red</a:t>
            </a:r>
            <a:endParaRPr sz="1200"/>
          </a:p>
        </p:txBody>
      </p:sp>
      <p:sp>
        <p:nvSpPr>
          <p:cNvPr id="446" name="Google Shape;446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7" name="Google Shape;44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225" y="125600"/>
            <a:ext cx="4194426" cy="441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1"/>
          <p:cNvSpPr txBox="1"/>
          <p:nvPr>
            <p:ph type="title"/>
          </p:nvPr>
        </p:nvSpPr>
        <p:spPr>
          <a:xfrm>
            <a:off x="188550" y="788425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Informe de Pentesting</a:t>
            </a:r>
            <a:endParaRPr/>
          </a:p>
        </p:txBody>
      </p:sp>
      <p:sp>
        <p:nvSpPr>
          <p:cNvPr id="453" name="Google Shape;453;p61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454" name="Google Shape;454;p61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55" name="Google Shape;455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6" name="Google Shape;45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074" y="1686150"/>
            <a:ext cx="3787551" cy="224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2"/>
          <p:cNvSpPr txBox="1"/>
          <p:nvPr>
            <p:ph idx="7" type="subTitle"/>
          </p:nvPr>
        </p:nvSpPr>
        <p:spPr>
          <a:xfrm>
            <a:off x="4954138" y="3342525"/>
            <a:ext cx="1579800" cy="7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Vulneración por fuerza bruta en puerto SSH</a:t>
            </a:r>
            <a:endParaRPr/>
          </a:p>
        </p:txBody>
      </p:sp>
      <p:sp>
        <p:nvSpPr>
          <p:cNvPr id="462" name="Google Shape;462;p62"/>
          <p:cNvSpPr txBox="1"/>
          <p:nvPr>
            <p:ph idx="8" type="subTitle"/>
          </p:nvPr>
        </p:nvSpPr>
        <p:spPr>
          <a:xfrm>
            <a:off x="7364700" y="3311025"/>
            <a:ext cx="1581900" cy="11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Actualización</a:t>
            </a:r>
            <a:r>
              <a:rPr lang="en"/>
              <a:t> de Servicios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Política de contraseñas</a:t>
            </a:r>
            <a:endParaRPr/>
          </a:p>
        </p:txBody>
      </p:sp>
      <p:sp>
        <p:nvSpPr>
          <p:cNvPr id="463" name="Google Shape;463;p62"/>
          <p:cNvSpPr txBox="1"/>
          <p:nvPr>
            <p:ph type="title"/>
          </p:nvPr>
        </p:nvSpPr>
        <p:spPr>
          <a:xfrm>
            <a:off x="133150" y="125600"/>
            <a:ext cx="6585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Informe de Pentesting</a:t>
            </a:r>
            <a:endParaRPr/>
          </a:p>
        </p:txBody>
      </p:sp>
      <p:sp>
        <p:nvSpPr>
          <p:cNvPr id="464" name="Google Shape;464;p62"/>
          <p:cNvSpPr txBox="1"/>
          <p:nvPr>
            <p:ph idx="6" type="subTitle"/>
          </p:nvPr>
        </p:nvSpPr>
        <p:spPr>
          <a:xfrm>
            <a:off x="2358113" y="3311025"/>
            <a:ext cx="1789800" cy="8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Puerto 21 (FTP)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Puerto 22 (SSH)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Puerto 80 (HTTP)</a:t>
            </a:r>
            <a:endParaRPr/>
          </a:p>
        </p:txBody>
      </p:sp>
      <p:sp>
        <p:nvSpPr>
          <p:cNvPr id="465" name="Google Shape;465;p62"/>
          <p:cNvSpPr txBox="1"/>
          <p:nvPr>
            <p:ph idx="2" type="title"/>
          </p:nvPr>
        </p:nvSpPr>
        <p:spPr>
          <a:xfrm>
            <a:off x="121500" y="1544925"/>
            <a:ext cx="2312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Vulnerabilidad</a:t>
            </a:r>
            <a:endParaRPr/>
          </a:p>
        </p:txBody>
      </p:sp>
      <p:sp>
        <p:nvSpPr>
          <p:cNvPr id="466" name="Google Shape;466;p62"/>
          <p:cNvSpPr txBox="1"/>
          <p:nvPr>
            <p:ph idx="3" type="title"/>
          </p:nvPr>
        </p:nvSpPr>
        <p:spPr>
          <a:xfrm>
            <a:off x="2286950" y="1544925"/>
            <a:ext cx="24393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Puertos Abiertos</a:t>
            </a:r>
            <a:endParaRPr/>
          </a:p>
        </p:txBody>
      </p:sp>
      <p:sp>
        <p:nvSpPr>
          <p:cNvPr id="467" name="Google Shape;467;p62"/>
          <p:cNvSpPr txBox="1"/>
          <p:nvPr>
            <p:ph idx="4" type="title"/>
          </p:nvPr>
        </p:nvSpPr>
        <p:spPr>
          <a:xfrm>
            <a:off x="48422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</a:t>
            </a:r>
            <a:endParaRPr/>
          </a:p>
        </p:txBody>
      </p:sp>
      <p:sp>
        <p:nvSpPr>
          <p:cNvPr id="468" name="Google Shape;468;p62"/>
          <p:cNvSpPr txBox="1"/>
          <p:nvPr>
            <p:ph idx="1" type="subTitle"/>
          </p:nvPr>
        </p:nvSpPr>
        <p:spPr>
          <a:xfrm>
            <a:off x="125725" y="3023275"/>
            <a:ext cx="1468200" cy="15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Denegación de Servicio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Fuerza Bruta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RCE</a:t>
            </a:r>
            <a:endParaRPr/>
          </a:p>
        </p:txBody>
      </p:sp>
      <p:sp>
        <p:nvSpPr>
          <p:cNvPr id="469" name="Google Shape;469;p62"/>
          <p:cNvSpPr txBox="1"/>
          <p:nvPr>
            <p:ph idx="5" type="title"/>
          </p:nvPr>
        </p:nvSpPr>
        <p:spPr>
          <a:xfrm>
            <a:off x="6677750" y="1544925"/>
            <a:ext cx="24738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Recomendaciones</a:t>
            </a:r>
            <a:endParaRPr/>
          </a:p>
        </p:txBody>
      </p:sp>
      <p:sp>
        <p:nvSpPr>
          <p:cNvPr id="470" name="Google Shape;470;p62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471" name="Google Shape;471;p62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72" name="Google Shape;472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3" name="Google Shape;47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650" y="215667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8175" y="2239050"/>
            <a:ext cx="509400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6150" y="2262186"/>
            <a:ext cx="619124" cy="61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4500" y="2289200"/>
            <a:ext cx="565100" cy="5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482" name="Google Shape;482;p63"/>
          <p:cNvSpPr txBox="1"/>
          <p:nvPr>
            <p:ph idx="5" type="subTitle"/>
          </p:nvPr>
        </p:nvSpPr>
        <p:spPr>
          <a:xfrm>
            <a:off x="3643675" y="868775"/>
            <a:ext cx="5461800" cy="6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Actualización</a:t>
            </a:r>
            <a:r>
              <a:rPr lang="en" sz="1200"/>
              <a:t> del servicio y contraseñas inseguras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Correción PermitRootLogin to “no” en sshd_config</a:t>
            </a:r>
            <a:endParaRPr sz="1200"/>
          </a:p>
        </p:txBody>
      </p:sp>
      <p:sp>
        <p:nvSpPr>
          <p:cNvPr id="483" name="Google Shape;483;p63"/>
          <p:cNvSpPr txBox="1"/>
          <p:nvPr>
            <p:ph type="title"/>
          </p:nvPr>
        </p:nvSpPr>
        <p:spPr>
          <a:xfrm>
            <a:off x="95550" y="868775"/>
            <a:ext cx="3180600" cy="6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Open SSH</a:t>
            </a:r>
            <a:endParaRPr sz="2400"/>
          </a:p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3599525" y="2255250"/>
            <a:ext cx="5461800" cy="6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Corrección</a:t>
            </a:r>
            <a:r>
              <a:rPr lang="en" sz="1200"/>
              <a:t> de contraseña y usuario inseguros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Corrección</a:t>
            </a:r>
            <a:r>
              <a:rPr lang="en" sz="1200"/>
              <a:t> de permisos en wp-config.php</a:t>
            </a:r>
            <a:endParaRPr sz="1200"/>
          </a:p>
        </p:txBody>
      </p:sp>
      <p:sp>
        <p:nvSpPr>
          <p:cNvPr id="485" name="Google Shape;485;p6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86" name="Google Shape;486;p63"/>
          <p:cNvSpPr txBox="1"/>
          <p:nvPr>
            <p:ph idx="8" type="subTitle"/>
          </p:nvPr>
        </p:nvSpPr>
        <p:spPr>
          <a:xfrm>
            <a:off x="139825" y="125600"/>
            <a:ext cx="20928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Correcciones</a:t>
            </a:r>
            <a:r>
              <a:rPr lang="en" sz="1200"/>
              <a:t> Realizadas</a:t>
            </a:r>
            <a:endParaRPr sz="1200"/>
          </a:p>
        </p:txBody>
      </p:sp>
      <p:sp>
        <p:nvSpPr>
          <p:cNvPr id="487" name="Google Shape;487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63"/>
          <p:cNvSpPr txBox="1"/>
          <p:nvPr>
            <p:ph idx="3" type="title"/>
          </p:nvPr>
        </p:nvSpPr>
        <p:spPr>
          <a:xfrm>
            <a:off x="129375" y="2255250"/>
            <a:ext cx="3180600" cy="6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Wordpress Admin</a:t>
            </a:r>
            <a:endParaRPr sz="2400"/>
          </a:p>
        </p:txBody>
      </p:sp>
      <p:sp>
        <p:nvSpPr>
          <p:cNvPr id="489" name="Google Shape;489;p63"/>
          <p:cNvSpPr txBox="1"/>
          <p:nvPr>
            <p:ph idx="3" type="title"/>
          </p:nvPr>
        </p:nvSpPr>
        <p:spPr>
          <a:xfrm>
            <a:off x="95550" y="3698450"/>
            <a:ext cx="3180600" cy="6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HTTP / Apache</a:t>
            </a:r>
            <a:endParaRPr sz="2400"/>
          </a:p>
        </p:txBody>
      </p:sp>
      <p:sp>
        <p:nvSpPr>
          <p:cNvPr id="490" name="Google Shape;490;p63"/>
          <p:cNvSpPr txBox="1"/>
          <p:nvPr>
            <p:ph idx="6" type="subTitle"/>
          </p:nvPr>
        </p:nvSpPr>
        <p:spPr>
          <a:xfrm>
            <a:off x="3687875" y="3644450"/>
            <a:ext cx="5461800" cy="63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Verificación y actualización del servicio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4"/>
          <p:cNvSpPr txBox="1"/>
          <p:nvPr>
            <p:ph idx="7" type="subTitle"/>
          </p:nvPr>
        </p:nvSpPr>
        <p:spPr>
          <a:xfrm>
            <a:off x="4966350" y="3095075"/>
            <a:ext cx="1579800" cy="15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Análisis de riesgo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Políticas de seguridad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Mejora continua</a:t>
            </a:r>
            <a:endParaRPr/>
          </a:p>
        </p:txBody>
      </p:sp>
      <p:sp>
        <p:nvSpPr>
          <p:cNvPr id="496" name="Google Shape;496;p64"/>
          <p:cNvSpPr txBox="1"/>
          <p:nvPr>
            <p:ph idx="8" type="subTitle"/>
          </p:nvPr>
        </p:nvSpPr>
        <p:spPr>
          <a:xfrm>
            <a:off x="7324350" y="3095075"/>
            <a:ext cx="1581900" cy="13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Medidas de seguridad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Monitorización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Capacitación</a:t>
            </a:r>
            <a:endParaRPr/>
          </a:p>
        </p:txBody>
      </p:sp>
      <p:sp>
        <p:nvSpPr>
          <p:cNvPr id="497" name="Google Shape;497;p64"/>
          <p:cNvSpPr txBox="1"/>
          <p:nvPr>
            <p:ph type="title"/>
          </p:nvPr>
        </p:nvSpPr>
        <p:spPr>
          <a:xfrm>
            <a:off x="133150" y="125600"/>
            <a:ext cx="58104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de Recuperación</a:t>
            </a:r>
            <a:endParaRPr/>
          </a:p>
        </p:txBody>
      </p:sp>
      <p:sp>
        <p:nvSpPr>
          <p:cNvPr id="498" name="Google Shape;498;p64"/>
          <p:cNvSpPr txBox="1"/>
          <p:nvPr>
            <p:ph idx="6" type="subTitle"/>
          </p:nvPr>
        </p:nvSpPr>
        <p:spPr>
          <a:xfrm>
            <a:off x="2584175" y="3083225"/>
            <a:ext cx="1586700" cy="15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Respaldos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Cifrado de datos sensibles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Control de acceso</a:t>
            </a:r>
            <a:endParaRPr/>
          </a:p>
        </p:txBody>
      </p:sp>
      <p:sp>
        <p:nvSpPr>
          <p:cNvPr id="499" name="Google Shape;499;p64"/>
          <p:cNvSpPr txBox="1"/>
          <p:nvPr>
            <p:ph idx="2" type="title"/>
          </p:nvPr>
        </p:nvSpPr>
        <p:spPr>
          <a:xfrm>
            <a:off x="123650" y="1438350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Plan de Respuesta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4"/>
          <p:cNvSpPr txBox="1"/>
          <p:nvPr>
            <p:ph idx="3" type="title"/>
          </p:nvPr>
        </p:nvSpPr>
        <p:spPr>
          <a:xfrm>
            <a:off x="2411675" y="1544925"/>
            <a:ext cx="1931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Protección de datos</a:t>
            </a:r>
            <a:endParaRPr/>
          </a:p>
        </p:txBody>
      </p:sp>
      <p:sp>
        <p:nvSpPr>
          <p:cNvPr id="501" name="Google Shape;501;p64"/>
          <p:cNvSpPr txBox="1"/>
          <p:nvPr>
            <p:ph idx="4" type="title"/>
          </p:nvPr>
        </p:nvSpPr>
        <p:spPr>
          <a:xfrm>
            <a:off x="4868425" y="152037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SGSI</a:t>
            </a:r>
            <a:endParaRPr/>
          </a:p>
        </p:txBody>
      </p:sp>
      <p:sp>
        <p:nvSpPr>
          <p:cNvPr id="502" name="Google Shape;502;p64"/>
          <p:cNvSpPr txBox="1"/>
          <p:nvPr>
            <p:ph idx="1" type="subTitle"/>
          </p:nvPr>
        </p:nvSpPr>
        <p:spPr>
          <a:xfrm>
            <a:off x="188600" y="3062525"/>
            <a:ext cx="1468200" cy="16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Identificación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Erradicación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Recuperación</a:t>
            </a:r>
            <a:endParaRPr/>
          </a:p>
        </p:txBody>
      </p:sp>
      <p:sp>
        <p:nvSpPr>
          <p:cNvPr id="503" name="Google Shape;503;p64"/>
          <p:cNvSpPr txBox="1"/>
          <p:nvPr>
            <p:ph idx="5" type="title"/>
          </p:nvPr>
        </p:nvSpPr>
        <p:spPr>
          <a:xfrm>
            <a:off x="730088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Prevención</a:t>
            </a:r>
            <a:endParaRPr/>
          </a:p>
        </p:txBody>
      </p:sp>
      <p:sp>
        <p:nvSpPr>
          <p:cNvPr id="504" name="Google Shape;504;p64"/>
          <p:cNvSpPr txBox="1"/>
          <p:nvPr>
            <p:ph idx="4294967295" type="title"/>
          </p:nvPr>
        </p:nvSpPr>
        <p:spPr>
          <a:xfrm>
            <a:off x="123650" y="2389750"/>
            <a:ext cx="15981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💡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505" name="Google Shape;505;p64"/>
          <p:cNvSpPr txBox="1"/>
          <p:nvPr>
            <p:ph idx="4294967295" type="title"/>
          </p:nvPr>
        </p:nvSpPr>
        <p:spPr>
          <a:xfrm>
            <a:off x="2492150" y="2389750"/>
            <a:ext cx="17217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💻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506" name="Google Shape;506;p64"/>
          <p:cNvSpPr txBox="1"/>
          <p:nvPr>
            <p:ph idx="4294967295" type="title"/>
          </p:nvPr>
        </p:nvSpPr>
        <p:spPr>
          <a:xfrm>
            <a:off x="4909306" y="2389750"/>
            <a:ext cx="17196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📊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507" name="Google Shape;507;p64"/>
          <p:cNvSpPr txBox="1"/>
          <p:nvPr>
            <p:ph idx="4294967295" type="title"/>
          </p:nvPr>
        </p:nvSpPr>
        <p:spPr>
          <a:xfrm>
            <a:off x="7298675" y="2387650"/>
            <a:ext cx="17217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Noto Emoji"/>
                <a:ea typeface="Noto Emoji"/>
                <a:cs typeface="Noto Emoji"/>
                <a:sym typeface="Noto Emoji"/>
              </a:rPr>
              <a:t>📣</a:t>
            </a:r>
            <a:endParaRPr sz="3600">
              <a:latin typeface="Noto Emoji"/>
              <a:ea typeface="Noto Emoji"/>
              <a:cs typeface="Noto Emoji"/>
              <a:sym typeface="Noto Emoji"/>
            </a:endParaRPr>
          </a:p>
        </p:txBody>
      </p:sp>
      <p:sp>
        <p:nvSpPr>
          <p:cNvPr id="508" name="Google Shape;508;p64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509" name="Google Shape;509;p64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10" name="Google Shape;510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 txBox="1"/>
          <p:nvPr>
            <p:ph type="title"/>
          </p:nvPr>
        </p:nvSpPr>
        <p:spPr>
          <a:xfrm>
            <a:off x="132800" y="154800"/>
            <a:ext cx="79557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Herramientas utilizadas</a:t>
            </a:r>
            <a:endParaRPr/>
          </a:p>
        </p:txBody>
      </p:sp>
      <p:sp>
        <p:nvSpPr>
          <p:cNvPr id="516" name="Google Shape;516;p65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5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518" name="Google Shape;518;p65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65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20" name="Google Shape;52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1" name="Google Shape;52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75" y="1634000"/>
            <a:ext cx="923400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2250" y="1654600"/>
            <a:ext cx="923400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6975" y="1654600"/>
            <a:ext cx="1176250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5138" y="1634000"/>
            <a:ext cx="1083300" cy="9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65"/>
          <p:cNvSpPr/>
          <p:nvPr/>
        </p:nvSpPr>
        <p:spPr>
          <a:xfrm>
            <a:off x="6668500" y="2048800"/>
            <a:ext cx="711600" cy="24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6" name="Google Shape;526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41925" y="1655600"/>
            <a:ext cx="1213752" cy="10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94800" y="1654604"/>
            <a:ext cx="1176250" cy="882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65025" y="3214750"/>
            <a:ext cx="956975" cy="9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6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62100" y="3337050"/>
            <a:ext cx="1372826" cy="5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6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93588" y="3214750"/>
            <a:ext cx="899415" cy="9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6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67065" y="3231538"/>
            <a:ext cx="1154259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6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64605" y="3243200"/>
            <a:ext cx="1603994" cy="8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6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538" name="Google Shape;538;p66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descr="Blank mock of portrait oriented smartphone." id="539" name="Google Shape;539;p66"/>
          <p:cNvPicPr preferRelativeResize="0"/>
          <p:nvPr/>
        </p:nvPicPr>
        <p:blipFill rotWithShape="1">
          <a:blip r:embed="rId3">
            <a:alphaModFix/>
          </a:blip>
          <a:srcRect b="0" l="9" r="9" t="0"/>
          <a:stretch/>
        </p:blipFill>
        <p:spPr>
          <a:xfrm>
            <a:off x="3775350" y="889200"/>
            <a:ext cx="1593300" cy="3365100"/>
          </a:xfrm>
          <a:prstGeom prst="roundRect">
            <a:avLst>
              <a:gd fmla="val 8578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47625">
              <a:srgbClr val="000000">
                <a:alpha val="30000"/>
              </a:srgbClr>
            </a:outerShdw>
          </a:effectLst>
        </p:spPr>
      </p:pic>
      <p:pic>
        <p:nvPicPr>
          <p:cNvPr descr="Blank mock of portrait oriented smartphone." id="540" name="Google Shape;540;p66"/>
          <p:cNvPicPr preferRelativeResize="0"/>
          <p:nvPr/>
        </p:nvPicPr>
        <p:blipFill rotWithShape="1">
          <a:blip r:embed="rId3">
            <a:alphaModFix/>
          </a:blip>
          <a:srcRect b="0" l="9" r="9" t="0"/>
          <a:stretch/>
        </p:blipFill>
        <p:spPr>
          <a:xfrm>
            <a:off x="1737350" y="889200"/>
            <a:ext cx="1593300" cy="3365100"/>
          </a:xfrm>
          <a:prstGeom prst="roundRect">
            <a:avLst>
              <a:gd fmla="val 8578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47625">
              <a:srgbClr val="000000">
                <a:alpha val="30000"/>
              </a:srgbClr>
            </a:outerShdw>
          </a:effectLst>
        </p:spPr>
      </p:pic>
      <p:pic>
        <p:nvPicPr>
          <p:cNvPr descr="Blank mock of portrait oriented smartphone." id="541" name="Google Shape;541;p66"/>
          <p:cNvPicPr preferRelativeResize="0"/>
          <p:nvPr/>
        </p:nvPicPr>
        <p:blipFill rotWithShape="1">
          <a:blip r:embed="rId3">
            <a:alphaModFix/>
          </a:blip>
          <a:srcRect b="0" l="9" r="9" t="0"/>
          <a:stretch/>
        </p:blipFill>
        <p:spPr>
          <a:xfrm>
            <a:off x="5813350" y="889200"/>
            <a:ext cx="1593300" cy="3365100"/>
          </a:xfrm>
          <a:prstGeom prst="roundRect">
            <a:avLst>
              <a:gd fmla="val 8578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47625">
              <a:srgbClr val="000000">
                <a:alpha val="30000"/>
              </a:srgbClr>
            </a:outerShdw>
          </a:effectLst>
        </p:spPr>
      </p:pic>
      <p:sp>
        <p:nvSpPr>
          <p:cNvPr id="542" name="Google Shape;542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66"/>
          <p:cNvSpPr txBox="1"/>
          <p:nvPr/>
        </p:nvSpPr>
        <p:spPr>
          <a:xfrm>
            <a:off x="1084650" y="39275"/>
            <a:ext cx="7739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Cosas que hubiese probado</a:t>
            </a:r>
            <a:endParaRPr sz="4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44" name="Google Shape;544;p66"/>
          <p:cNvSpPr txBox="1"/>
          <p:nvPr/>
        </p:nvSpPr>
        <p:spPr>
          <a:xfrm>
            <a:off x="1874825" y="976675"/>
            <a:ext cx="1310400" cy="29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Vulnerar la máquina debian usando RCE.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—----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mi propio exploit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5" name="Google Shape;545;p66"/>
          <p:cNvSpPr txBox="1"/>
          <p:nvPr/>
        </p:nvSpPr>
        <p:spPr>
          <a:xfrm>
            <a:off x="3872550" y="961850"/>
            <a:ext cx="1398900" cy="30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Realizar pentesting en máquina Windows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—----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Análisis forense de diferentes tipos de sistema de archivos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6" name="Google Shape;546;p66"/>
          <p:cNvSpPr txBox="1"/>
          <p:nvPr/>
        </p:nvSpPr>
        <p:spPr>
          <a:xfrm>
            <a:off x="5923850" y="1025750"/>
            <a:ext cx="1403700" cy="29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Escenarios de CTF en equipo durante algunas clases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7"/>
          <p:cNvSpPr txBox="1"/>
          <p:nvPr>
            <p:ph idx="1" type="subTitle"/>
          </p:nvPr>
        </p:nvSpPr>
        <p:spPr>
          <a:xfrm>
            <a:off x="178575" y="625188"/>
            <a:ext cx="30822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Encontrar información sobre el ataque</a:t>
            </a:r>
            <a:endParaRPr/>
          </a:p>
        </p:txBody>
      </p:sp>
      <p:sp>
        <p:nvSpPr>
          <p:cNvPr id="552" name="Google Shape;552;p67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4Geeks Academy</a:t>
            </a:r>
            <a:endParaRPr/>
          </a:p>
        </p:txBody>
      </p:sp>
      <p:sp>
        <p:nvSpPr>
          <p:cNvPr id="553" name="Google Shape;553;p67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Luciano Arossa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554" name="Google Shape;554;p67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Desafíos</a:t>
            </a:r>
            <a:endParaRPr sz="1200"/>
          </a:p>
        </p:txBody>
      </p:sp>
      <p:sp>
        <p:nvSpPr>
          <p:cNvPr id="555" name="Google Shape;555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6" name="Google Shape;556;p67"/>
          <p:cNvSpPr txBox="1"/>
          <p:nvPr>
            <p:ph idx="1" type="subTitle"/>
          </p:nvPr>
        </p:nvSpPr>
        <p:spPr>
          <a:xfrm>
            <a:off x="188475" y="1883388"/>
            <a:ext cx="3082200" cy="12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Explotar vulnerabilidades en puertos abiertos</a:t>
            </a:r>
            <a:endParaRPr/>
          </a:p>
        </p:txBody>
      </p:sp>
      <p:sp>
        <p:nvSpPr>
          <p:cNvPr id="557" name="Google Shape;557;p67"/>
          <p:cNvSpPr txBox="1"/>
          <p:nvPr>
            <p:ph idx="1" type="subTitle"/>
          </p:nvPr>
        </p:nvSpPr>
        <p:spPr>
          <a:xfrm>
            <a:off x="178575" y="3270238"/>
            <a:ext cx="3082200" cy="12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Mantener la cadena de custodia</a:t>
            </a:r>
            <a:endParaRPr/>
          </a:p>
        </p:txBody>
      </p:sp>
      <p:pic>
        <p:nvPicPr>
          <p:cNvPr id="558" name="Google Shape;55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125" y="2258000"/>
            <a:ext cx="2255150" cy="22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1625" y="125600"/>
            <a:ext cx="2127924" cy="212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8"/>
          <p:cNvSpPr txBox="1"/>
          <p:nvPr>
            <p:ph type="title"/>
          </p:nvPr>
        </p:nvSpPr>
        <p:spPr>
          <a:xfrm>
            <a:off x="1578300" y="105550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/>
              <a:t>Gracias </a:t>
            </a:r>
            <a:endParaRPr sz="12000"/>
          </a:p>
        </p:txBody>
      </p:sp>
      <p:sp>
        <p:nvSpPr>
          <p:cNvPr id="565" name="Google Shape;565;p68"/>
          <p:cNvSpPr txBox="1"/>
          <p:nvPr/>
        </p:nvSpPr>
        <p:spPr>
          <a:xfrm>
            <a:off x="319025" y="2414700"/>
            <a:ext cx="48834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6" name="Google Shape;566;p68"/>
          <p:cNvSpPr txBox="1"/>
          <p:nvPr>
            <p:ph type="title"/>
          </p:nvPr>
        </p:nvSpPr>
        <p:spPr>
          <a:xfrm>
            <a:off x="228875" y="2571750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¿Preguntas?</a:t>
            </a:r>
            <a:endParaRPr sz="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Proposal">
  <a:themeElements>
    <a:clrScheme name="Simple Light">
      <a:dk1>
        <a:srgbClr val="000000"/>
      </a:dk1>
      <a:lt1>
        <a:srgbClr val="FFFFFF"/>
      </a:lt1>
      <a:dk2>
        <a:srgbClr val="FCEB00"/>
      </a:dk2>
      <a:lt2>
        <a:srgbClr val="000000"/>
      </a:lt2>
      <a:accent1>
        <a:srgbClr val="D9D9D9"/>
      </a:accent1>
      <a:accent2>
        <a:srgbClr val="999999"/>
      </a:accent2>
      <a:accent3>
        <a:srgbClr val="525252"/>
      </a:accent3>
      <a:accent4>
        <a:srgbClr val="EFEFEF"/>
      </a:accent4>
      <a:accent5>
        <a:srgbClr val="0097A7"/>
      </a:accent5>
      <a:accent6>
        <a:srgbClr val="EEFF4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